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5CB54-2FFF-731D-A208-62FE7D2BA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Application of Information &amp; communication Technology in education </a:t>
            </a:r>
          </a:p>
        </p:txBody>
      </p:sp>
    </p:spTree>
    <p:extLst>
      <p:ext uri="{BB962C8B-B14F-4D97-AF65-F5344CB8AC3E}">
        <p14:creationId xmlns:p14="http://schemas.microsoft.com/office/powerpoint/2010/main" val="220985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On-screen Show (4:3)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2025-12-16T09:24:34Z</dcterms:modified>
  <cp:category/>
</cp:coreProperties>
</file>