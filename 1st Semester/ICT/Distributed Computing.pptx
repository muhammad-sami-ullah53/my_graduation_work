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F418C0-BCC5-406D-99A5-4860907E6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Distributed Computing </a:t>
            </a:r>
            <a:endParaRPr lang="en-P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015088E-18C9-4B89-AEE5-653C7F3233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NO#01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2332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</Words>
  <Application>Microsoft Office PowerPoint</Application>
  <PresentationFormat>On-screen Show (4:3)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Distributed Computing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Computing </dc:title>
  <dc:subject/>
  <dc:creator/>
  <cp:keywords/>
  <dc:description>generated using python-pptx</dc:description>
  <cp:lastModifiedBy>R.H Laptop</cp:lastModifiedBy>
  <cp:revision>3</cp:revision>
  <dcterms:created xsi:type="dcterms:W3CDTF">2013-01-27T09:14:16Z</dcterms:created>
  <dcterms:modified xsi:type="dcterms:W3CDTF">2025-10-14T04:24:07Z</dcterms:modified>
  <cp:category/>
</cp:coreProperties>
</file>